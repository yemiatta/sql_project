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5"/>
    <p:sldId id="284" r:id="rId6"/>
    <p:sldId id="276" r:id="rId7"/>
    <p:sldId id="277" r:id="rId8"/>
    <p:sldId id="278" r:id="rId9"/>
    <p:sldId id="279" r:id="rId10"/>
    <p:sldId id="280" r:id="rId11"/>
    <p:sldId id="282" r:id="rId12"/>
    <p:sldId id="286" r:id="rId13"/>
    <p:sldId id="287" r:id="rId14"/>
    <p:sldId id="288" r:id="rId15"/>
    <p:sldId id="270" r:id="rId16"/>
    <p:sldId id="267" r:id="rId17"/>
    <p:sldId id="260" r:id="rId18"/>
    <p:sldId id="261" r:id="rId19"/>
    <p:sldId id="262" r:id="rId20"/>
    <p:sldId id="263" r:id="rId21"/>
    <p:sldId id="265" r:id="rId22"/>
    <p:sldId id="28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F12784-AB9C-7BAB-F3A3-35200A188A07}" name="Yusuf Satilmis" initials="YS" userId="S::yusufs@JustIT.co.uk::a3e4faa8-c8db-46ed-9760-fe878fd901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606" autoAdjust="0"/>
  </p:normalViewPr>
  <p:slideViewPr>
    <p:cSldViewPr snapToGrid="0">
      <p:cViewPr varScale="1">
        <p:scale>
          <a:sx n="91" d="100"/>
          <a:sy n="91" d="100"/>
        </p:scale>
        <p:origin x="12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ita Silaparasetty" userId="S::vinitas@justit.co.uk::23a627d4-2336-43bb-8521-fe23304def7a" providerId="AD" clId="Web-{7405CE64-962D-3724-9F57-738B851E28F4}"/>
    <pc:docChg chg="addSld delSld modSld">
      <pc:chgData name="Vinita Silaparasetty" userId="S::vinitas@justit.co.uk::23a627d4-2336-43bb-8521-fe23304def7a" providerId="AD" clId="Web-{7405CE64-962D-3724-9F57-738B851E28F4}" dt="2023-02-22T19:17:59.929" v="22"/>
      <pc:docMkLst>
        <pc:docMk/>
      </pc:docMkLst>
      <pc:sldChg chg="delSp modSp add del replId">
        <pc:chgData name="Vinita Silaparasetty" userId="S::vinitas@justit.co.uk::23a627d4-2336-43bb-8521-fe23304def7a" providerId="AD" clId="Web-{7405CE64-962D-3724-9F57-738B851E28F4}" dt="2023-02-22T19:17:59.929" v="22"/>
        <pc:sldMkLst>
          <pc:docMk/>
          <pc:sldMk cId="1858240469" sldId="284"/>
        </pc:sldMkLst>
        <pc:spChg chg="mod">
          <ac:chgData name="Vinita Silaparasetty" userId="S::vinitas@justit.co.uk::23a627d4-2336-43bb-8521-fe23304def7a" providerId="AD" clId="Web-{7405CE64-962D-3724-9F57-738B851E28F4}" dt="2023-02-22T19:16:51.955" v="21" actId="20577"/>
          <ac:spMkLst>
            <pc:docMk/>
            <pc:sldMk cId="1858240469" sldId="284"/>
            <ac:spMk id="4" creationId="{54CF6265-BA69-CEF4-3B53-25F47326CBB9}"/>
          </ac:spMkLst>
        </pc:spChg>
        <pc:picChg chg="del">
          <ac:chgData name="Vinita Silaparasetty" userId="S::vinitas@justit.co.uk::23a627d4-2336-43bb-8521-fe23304def7a" providerId="AD" clId="Web-{7405CE64-962D-3724-9F57-738B851E28F4}" dt="2023-02-22T19:16:15.876" v="1"/>
          <ac:picMkLst>
            <pc:docMk/>
            <pc:sldMk cId="1858240469" sldId="284"/>
            <ac:picMk id="2" creationId="{92FA431A-17DA-2FE7-F0EE-6F0820F8C1F9}"/>
          </ac:picMkLst>
        </pc:picChg>
      </pc:sldChg>
    </pc:docChg>
  </pc:docChgLst>
  <pc:docChgLst>
    <pc:chgData name="Yusuf Satilmis" userId="a3e4faa8-c8db-46ed-9760-fe878fd9015c" providerId="ADAL" clId="{B9F3BC01-177A-410C-B3CF-F8900CEE277F}"/>
    <pc:docChg chg="undo custSel addSld modSld sldOrd">
      <pc:chgData name="Yusuf Satilmis" userId="a3e4faa8-c8db-46ed-9760-fe878fd9015c" providerId="ADAL" clId="{B9F3BC01-177A-410C-B3CF-F8900CEE277F}" dt="2023-03-02T11:48:56.522" v="1419" actId="20577"/>
      <pc:docMkLst>
        <pc:docMk/>
      </pc:docMkLst>
      <pc:sldChg chg="modSp mod">
        <pc:chgData name="Yusuf Satilmis" userId="a3e4faa8-c8db-46ed-9760-fe878fd9015c" providerId="ADAL" clId="{B9F3BC01-177A-410C-B3CF-F8900CEE277F}" dt="2023-03-02T09:53:03.015" v="1405" actId="20577"/>
        <pc:sldMkLst>
          <pc:docMk/>
          <pc:sldMk cId="2667396597" sldId="265"/>
        </pc:sldMkLst>
        <pc:spChg chg="mod">
          <ac:chgData name="Yusuf Satilmis" userId="a3e4faa8-c8db-46ed-9760-fe878fd9015c" providerId="ADAL" clId="{B9F3BC01-177A-410C-B3CF-F8900CEE277F}" dt="2023-03-02T09:53:03.015" v="1405" actId="20577"/>
          <ac:spMkLst>
            <pc:docMk/>
            <pc:sldMk cId="2667396597" sldId="265"/>
            <ac:spMk id="4" creationId="{54CF6265-BA69-CEF4-3B53-25F47326CBB9}"/>
          </ac:spMkLst>
        </pc:spChg>
        <pc:picChg chg="mod">
          <ac:chgData name="Yusuf Satilmis" userId="a3e4faa8-c8db-46ed-9760-fe878fd9015c" providerId="ADAL" clId="{B9F3BC01-177A-410C-B3CF-F8900CEE277F}" dt="2023-02-27T08:20:46.028" v="1108" actId="1076"/>
          <ac:picMkLst>
            <pc:docMk/>
            <pc:sldMk cId="2667396597" sldId="265"/>
            <ac:picMk id="2" creationId="{92FA431A-17DA-2FE7-F0EE-6F0820F8C1F9}"/>
          </ac:picMkLst>
        </pc:picChg>
      </pc:sldChg>
      <pc:sldChg chg="modSp mod">
        <pc:chgData name="Yusuf Satilmis" userId="a3e4faa8-c8db-46ed-9760-fe878fd9015c" providerId="ADAL" clId="{B9F3BC01-177A-410C-B3CF-F8900CEE277F}" dt="2023-02-26T19:44:56.643" v="127" actId="20577"/>
        <pc:sldMkLst>
          <pc:docMk/>
          <pc:sldMk cId="2982557274" sldId="276"/>
        </pc:sldMkLst>
        <pc:spChg chg="mod">
          <ac:chgData name="Yusuf Satilmis" userId="a3e4faa8-c8db-46ed-9760-fe878fd9015c" providerId="ADAL" clId="{B9F3BC01-177A-410C-B3CF-F8900CEE277F}" dt="2023-02-26T19:44:56.643" v="127" actId="20577"/>
          <ac:spMkLst>
            <pc:docMk/>
            <pc:sldMk cId="2982557274" sldId="276"/>
            <ac:spMk id="7" creationId="{D340B6FB-D31E-0F8D-A552-2346B7401208}"/>
          </ac:spMkLst>
        </pc:spChg>
      </pc:sldChg>
      <pc:sldChg chg="addSp delSp modSp mod modNotesTx">
        <pc:chgData name="Yusuf Satilmis" userId="a3e4faa8-c8db-46ed-9760-fe878fd9015c" providerId="ADAL" clId="{B9F3BC01-177A-410C-B3CF-F8900CEE277F}" dt="2023-02-26T19:42:26.845" v="74" actId="478"/>
        <pc:sldMkLst>
          <pc:docMk/>
          <pc:sldMk cId="4030858510" sldId="279"/>
        </pc:sldMkLst>
        <pc:spChg chg="mod">
          <ac:chgData name="Yusuf Satilmis" userId="a3e4faa8-c8db-46ed-9760-fe878fd9015c" providerId="ADAL" clId="{B9F3BC01-177A-410C-B3CF-F8900CEE277F}" dt="2023-02-26T19:42:03.031" v="47" actId="20577"/>
          <ac:spMkLst>
            <pc:docMk/>
            <pc:sldMk cId="4030858510" sldId="279"/>
            <ac:spMk id="2" creationId="{9CAEF164-F4F9-74B3-10AB-08F8919F5251}"/>
          </ac:spMkLst>
        </pc:spChg>
        <pc:spChg chg="add del mod">
          <ac:chgData name="Yusuf Satilmis" userId="a3e4faa8-c8db-46ed-9760-fe878fd9015c" providerId="ADAL" clId="{B9F3BC01-177A-410C-B3CF-F8900CEE277F}" dt="2023-02-26T19:42:26.845" v="74" actId="478"/>
          <ac:spMkLst>
            <pc:docMk/>
            <pc:sldMk cId="4030858510" sldId="279"/>
            <ac:spMk id="4" creationId="{5727BEF4-0083-B07D-3FC7-CAC3F849187C}"/>
          </ac:spMkLst>
        </pc:spChg>
      </pc:sldChg>
      <pc:sldChg chg="modSp mod modNotesTx">
        <pc:chgData name="Yusuf Satilmis" userId="a3e4faa8-c8db-46ed-9760-fe878fd9015c" providerId="ADAL" clId="{B9F3BC01-177A-410C-B3CF-F8900CEE277F}" dt="2023-03-01T16:52:08.240" v="1318" actId="20577"/>
        <pc:sldMkLst>
          <pc:docMk/>
          <pc:sldMk cId="4177249587" sldId="280"/>
        </pc:sldMkLst>
        <pc:spChg chg="mod">
          <ac:chgData name="Yusuf Satilmis" userId="a3e4faa8-c8db-46ed-9760-fe878fd9015c" providerId="ADAL" clId="{B9F3BC01-177A-410C-B3CF-F8900CEE277F}" dt="2023-03-01T16:52:08.240" v="1318" actId="20577"/>
          <ac:spMkLst>
            <pc:docMk/>
            <pc:sldMk cId="4177249587" sldId="280"/>
            <ac:spMk id="2" creationId="{8501F1CC-07D8-FE4B-0F45-0E775A8C7846}"/>
          </ac:spMkLst>
        </pc:spChg>
      </pc:sldChg>
      <pc:sldChg chg="modSp mod addCm delCm">
        <pc:chgData name="Yusuf Satilmis" userId="a3e4faa8-c8db-46ed-9760-fe878fd9015c" providerId="ADAL" clId="{B9F3BC01-177A-410C-B3CF-F8900CEE277F}" dt="2023-02-26T20:04:23.409" v="640" actId="20577"/>
        <pc:sldMkLst>
          <pc:docMk/>
          <pc:sldMk cId="2217289123" sldId="282"/>
        </pc:sldMkLst>
        <pc:spChg chg="mod">
          <ac:chgData name="Yusuf Satilmis" userId="a3e4faa8-c8db-46ed-9760-fe878fd9015c" providerId="ADAL" clId="{B9F3BC01-177A-410C-B3CF-F8900CEE277F}" dt="2023-02-26T20:04:23.409" v="640" actId="20577"/>
          <ac:spMkLst>
            <pc:docMk/>
            <pc:sldMk cId="2217289123" sldId="282"/>
            <ac:spMk id="2" creationId="{5335B9EC-5EDD-E898-1A69-9B4B2F4C7BE3}"/>
          </ac:spMkLst>
        </pc:spChg>
        <pc:picChg chg="mod">
          <ac:chgData name="Yusuf Satilmis" userId="a3e4faa8-c8db-46ed-9760-fe878fd9015c" providerId="ADAL" clId="{B9F3BC01-177A-410C-B3CF-F8900CEE277F}" dt="2023-02-26T19:40:04" v="43" actId="962"/>
          <ac:picMkLst>
            <pc:docMk/>
            <pc:sldMk cId="2217289123" sldId="282"/>
            <ac:picMk id="4" creationId="{C8A2E657-F0D5-3C92-AECF-D4CBEA10784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Yusuf Satilmis" userId="a3e4faa8-c8db-46ed-9760-fe878fd9015c" providerId="ADAL" clId="{B9F3BC01-177A-410C-B3CF-F8900CEE277F}" dt="2023-02-26T19:42:34.091" v="75"/>
              <pc2:cmMkLst xmlns:pc2="http://schemas.microsoft.com/office/powerpoint/2019/9/main/command">
                <pc:docMk/>
                <pc:sldMk cId="2217289123" sldId="282"/>
                <pc2:cmMk id="{BFA06608-BF3C-4BA7-8CE2-6CCACC4E4BBF}"/>
              </pc2:cmMkLst>
            </pc226:cmChg>
          </p:ext>
        </pc:extLst>
      </pc:sldChg>
      <pc:sldChg chg="modSp mod">
        <pc:chgData name="Yusuf Satilmis" userId="a3e4faa8-c8db-46ed-9760-fe878fd9015c" providerId="ADAL" clId="{B9F3BC01-177A-410C-B3CF-F8900CEE277F}" dt="2023-02-26T19:59:27.921" v="620" actId="6549"/>
        <pc:sldMkLst>
          <pc:docMk/>
          <pc:sldMk cId="3142842086" sldId="283"/>
        </pc:sldMkLst>
        <pc:spChg chg="mod">
          <ac:chgData name="Yusuf Satilmis" userId="a3e4faa8-c8db-46ed-9760-fe878fd9015c" providerId="ADAL" clId="{B9F3BC01-177A-410C-B3CF-F8900CEE277F}" dt="2023-02-26T19:59:27.921" v="620" actId="6549"/>
          <ac:spMkLst>
            <pc:docMk/>
            <pc:sldMk cId="3142842086" sldId="283"/>
            <ac:spMk id="2" creationId="{A5EF991C-91C5-E504-175B-06A28BE36C56}"/>
          </ac:spMkLst>
        </pc:spChg>
      </pc:sldChg>
      <pc:sldChg chg="addSp delSp modSp add mod ord">
        <pc:chgData name="Yusuf Satilmis" userId="a3e4faa8-c8db-46ed-9760-fe878fd9015c" providerId="ADAL" clId="{B9F3BC01-177A-410C-B3CF-F8900CEE277F}" dt="2023-02-26T20:29:18.532" v="990" actId="1076"/>
        <pc:sldMkLst>
          <pc:docMk/>
          <pc:sldMk cId="1167999084" sldId="284"/>
        </pc:sldMkLst>
        <pc:spChg chg="mod">
          <ac:chgData name="Yusuf Satilmis" userId="a3e4faa8-c8db-46ed-9760-fe878fd9015c" providerId="ADAL" clId="{B9F3BC01-177A-410C-B3CF-F8900CEE277F}" dt="2023-02-26T19:43:28.534" v="124" actId="20577"/>
          <ac:spMkLst>
            <pc:docMk/>
            <pc:sldMk cId="1167999084" sldId="284"/>
            <ac:spMk id="2" creationId="{DAED493A-6568-9131-9A6D-DA4280966739}"/>
          </ac:spMkLst>
        </pc:spChg>
        <pc:spChg chg="add mod">
          <ac:chgData name="Yusuf Satilmis" userId="a3e4faa8-c8db-46ed-9760-fe878fd9015c" providerId="ADAL" clId="{B9F3BC01-177A-410C-B3CF-F8900CEE277F}" dt="2023-02-26T20:29:15.650" v="989" actId="403"/>
          <ac:spMkLst>
            <pc:docMk/>
            <pc:sldMk cId="1167999084" sldId="284"/>
            <ac:spMk id="5" creationId="{188B220B-BBC9-4E4F-3009-5EE6E440DA78}"/>
          </ac:spMkLst>
        </pc:spChg>
        <pc:spChg chg="del">
          <ac:chgData name="Yusuf Satilmis" userId="a3e4faa8-c8db-46ed-9760-fe878fd9015c" providerId="ADAL" clId="{B9F3BC01-177A-410C-B3CF-F8900CEE277F}" dt="2023-02-26T19:45:14.521" v="128" actId="478"/>
          <ac:spMkLst>
            <pc:docMk/>
            <pc:sldMk cId="1167999084" sldId="284"/>
            <ac:spMk id="7" creationId="{D340B6FB-D31E-0F8D-A552-2346B7401208}"/>
          </ac:spMkLst>
        </pc:spChg>
        <pc:picChg chg="add mod">
          <ac:chgData name="Yusuf Satilmis" userId="a3e4faa8-c8db-46ed-9760-fe878fd9015c" providerId="ADAL" clId="{B9F3BC01-177A-410C-B3CF-F8900CEE277F}" dt="2023-02-26T20:01:36.286" v="630" actId="14100"/>
          <ac:picMkLst>
            <pc:docMk/>
            <pc:sldMk cId="1167999084" sldId="284"/>
            <ac:picMk id="4" creationId="{45FA5B02-0367-7FA2-A296-31E72C8E6CFE}"/>
          </ac:picMkLst>
        </pc:picChg>
        <pc:picChg chg="del">
          <ac:chgData name="Yusuf Satilmis" userId="a3e4faa8-c8db-46ed-9760-fe878fd9015c" providerId="ADAL" clId="{B9F3BC01-177A-410C-B3CF-F8900CEE277F}" dt="2023-02-26T19:43:34.531" v="125" actId="478"/>
          <ac:picMkLst>
            <pc:docMk/>
            <pc:sldMk cId="1167999084" sldId="284"/>
            <ac:picMk id="5" creationId="{555BC9FB-F68B-E438-7D10-E60AE9F108BE}"/>
          </ac:picMkLst>
        </pc:picChg>
        <pc:picChg chg="add del mod">
          <ac:chgData name="Yusuf Satilmis" userId="a3e4faa8-c8db-46ed-9760-fe878fd9015c" providerId="ADAL" clId="{B9F3BC01-177A-410C-B3CF-F8900CEE277F}" dt="2023-02-26T20:01:12.007" v="622" actId="478"/>
          <ac:picMkLst>
            <pc:docMk/>
            <pc:sldMk cId="1167999084" sldId="284"/>
            <ac:picMk id="7" creationId="{122B4A9D-4EA0-2EAB-A19A-7B282C1CBF83}"/>
          </ac:picMkLst>
        </pc:picChg>
        <pc:picChg chg="add del mod">
          <ac:chgData name="Yusuf Satilmis" userId="a3e4faa8-c8db-46ed-9760-fe878fd9015c" providerId="ADAL" clId="{B9F3BC01-177A-410C-B3CF-F8900CEE277F}" dt="2023-02-26T20:01:20.748" v="627" actId="478"/>
          <ac:picMkLst>
            <pc:docMk/>
            <pc:sldMk cId="1167999084" sldId="284"/>
            <ac:picMk id="9" creationId="{B0BDD10E-6C36-A326-0A3D-1005467EE9A6}"/>
          </ac:picMkLst>
        </pc:picChg>
        <pc:picChg chg="add mod">
          <ac:chgData name="Yusuf Satilmis" userId="a3e4faa8-c8db-46ed-9760-fe878fd9015c" providerId="ADAL" clId="{B9F3BC01-177A-410C-B3CF-F8900CEE277F}" dt="2023-02-26T20:29:18.532" v="990" actId="1076"/>
          <ac:picMkLst>
            <pc:docMk/>
            <pc:sldMk cId="1167999084" sldId="284"/>
            <ac:picMk id="11" creationId="{7AF25804-287C-B45B-192F-33C9FAFBD065}"/>
          </ac:picMkLst>
        </pc:picChg>
      </pc:sldChg>
      <pc:sldChg chg="addSp delSp modSp add mod ord">
        <pc:chgData name="Yusuf Satilmis" userId="a3e4faa8-c8db-46ed-9760-fe878fd9015c" providerId="ADAL" clId="{B9F3BC01-177A-410C-B3CF-F8900CEE277F}" dt="2023-03-02T09:51:11.343" v="1368" actId="20577"/>
        <pc:sldMkLst>
          <pc:docMk/>
          <pc:sldMk cId="3720410617" sldId="285"/>
        </pc:sldMkLst>
        <pc:spChg chg="mod">
          <ac:chgData name="Yusuf Satilmis" userId="a3e4faa8-c8db-46ed-9760-fe878fd9015c" providerId="ADAL" clId="{B9F3BC01-177A-410C-B3CF-F8900CEE277F}" dt="2023-02-26T19:50:21.498" v="272" actId="20577"/>
          <ac:spMkLst>
            <pc:docMk/>
            <pc:sldMk cId="3720410617" sldId="285"/>
            <ac:spMk id="2" creationId="{DAED493A-6568-9131-9A6D-DA4280966739}"/>
          </ac:spMkLst>
        </pc:spChg>
        <pc:spChg chg="mod">
          <ac:chgData name="Yusuf Satilmis" userId="a3e4faa8-c8db-46ed-9760-fe878fd9015c" providerId="ADAL" clId="{B9F3BC01-177A-410C-B3CF-F8900CEE277F}" dt="2023-03-02T09:51:11.343" v="1368" actId="20577"/>
          <ac:spMkLst>
            <pc:docMk/>
            <pc:sldMk cId="3720410617" sldId="285"/>
            <ac:spMk id="7" creationId="{D340B6FB-D31E-0F8D-A552-2346B7401208}"/>
          </ac:spMkLst>
        </pc:spChg>
        <pc:picChg chg="add del mod">
          <ac:chgData name="Yusuf Satilmis" userId="a3e4faa8-c8db-46ed-9760-fe878fd9015c" providerId="ADAL" clId="{B9F3BC01-177A-410C-B3CF-F8900CEE277F}" dt="2023-02-26T19:57:08.413" v="605" actId="478"/>
          <ac:picMkLst>
            <pc:docMk/>
            <pc:sldMk cId="3720410617" sldId="285"/>
            <ac:picMk id="4" creationId="{65B482A4-DCEA-65F1-6FA1-5E3F7FEDBD3B}"/>
          </ac:picMkLst>
        </pc:picChg>
        <pc:picChg chg="del">
          <ac:chgData name="Yusuf Satilmis" userId="a3e4faa8-c8db-46ed-9760-fe878fd9015c" providerId="ADAL" clId="{B9F3BC01-177A-410C-B3CF-F8900CEE277F}" dt="2023-02-26T19:50:23.048" v="273" actId="478"/>
          <ac:picMkLst>
            <pc:docMk/>
            <pc:sldMk cId="3720410617" sldId="285"/>
            <ac:picMk id="5" creationId="{555BC9FB-F68B-E438-7D10-E60AE9F108BE}"/>
          </ac:picMkLst>
        </pc:picChg>
      </pc:sldChg>
      <pc:sldChg chg="modSp add mod">
        <pc:chgData name="Yusuf Satilmis" userId="a3e4faa8-c8db-46ed-9760-fe878fd9015c" providerId="ADAL" clId="{B9F3BC01-177A-410C-B3CF-F8900CEE277F}" dt="2023-02-26T20:06:56.752" v="757" actId="20577"/>
        <pc:sldMkLst>
          <pc:docMk/>
          <pc:sldMk cId="1514684818" sldId="286"/>
        </pc:sldMkLst>
        <pc:spChg chg="mod">
          <ac:chgData name="Yusuf Satilmis" userId="a3e4faa8-c8db-46ed-9760-fe878fd9015c" providerId="ADAL" clId="{B9F3BC01-177A-410C-B3CF-F8900CEE277F}" dt="2023-02-26T20:06:56.752" v="757" actId="20577"/>
          <ac:spMkLst>
            <pc:docMk/>
            <pc:sldMk cId="1514684818" sldId="286"/>
            <ac:spMk id="2" creationId="{5335B9EC-5EDD-E898-1A69-9B4B2F4C7BE3}"/>
          </ac:spMkLst>
        </pc:spChg>
        <pc:spChg chg="mod">
          <ac:chgData name="Yusuf Satilmis" userId="a3e4faa8-c8db-46ed-9760-fe878fd9015c" providerId="ADAL" clId="{B9F3BC01-177A-410C-B3CF-F8900CEE277F}" dt="2023-02-26T20:03:26.549" v="637" actId="20577"/>
          <ac:spMkLst>
            <pc:docMk/>
            <pc:sldMk cId="1514684818" sldId="286"/>
            <ac:spMk id="3" creationId="{C3221547-8CD1-3B3C-0B54-396E2CA6832A}"/>
          </ac:spMkLst>
        </pc:spChg>
      </pc:sldChg>
      <pc:sldChg chg="modSp add mod">
        <pc:chgData name="Yusuf Satilmis" userId="a3e4faa8-c8db-46ed-9760-fe878fd9015c" providerId="ADAL" clId="{B9F3BC01-177A-410C-B3CF-F8900CEE277F}" dt="2023-02-26T20:09:31.126" v="787" actId="20577"/>
        <pc:sldMkLst>
          <pc:docMk/>
          <pc:sldMk cId="1489014419" sldId="287"/>
        </pc:sldMkLst>
        <pc:spChg chg="mod">
          <ac:chgData name="Yusuf Satilmis" userId="a3e4faa8-c8db-46ed-9760-fe878fd9015c" providerId="ADAL" clId="{B9F3BC01-177A-410C-B3CF-F8900CEE277F}" dt="2023-02-26T20:09:31.126" v="787" actId="20577"/>
          <ac:spMkLst>
            <pc:docMk/>
            <pc:sldMk cId="1489014419" sldId="287"/>
            <ac:spMk id="2" creationId="{5335B9EC-5EDD-E898-1A69-9B4B2F4C7BE3}"/>
          </ac:spMkLst>
        </pc:spChg>
        <pc:spChg chg="mod">
          <ac:chgData name="Yusuf Satilmis" userId="a3e4faa8-c8db-46ed-9760-fe878fd9015c" providerId="ADAL" clId="{B9F3BC01-177A-410C-B3CF-F8900CEE277F}" dt="2023-02-26T20:07:09.950" v="760" actId="20577"/>
          <ac:spMkLst>
            <pc:docMk/>
            <pc:sldMk cId="1489014419" sldId="287"/>
            <ac:spMk id="3" creationId="{C3221547-8CD1-3B3C-0B54-396E2CA6832A}"/>
          </ac:spMkLst>
        </pc:spChg>
      </pc:sldChg>
      <pc:sldChg chg="modSp add mod">
        <pc:chgData name="Yusuf Satilmis" userId="a3e4faa8-c8db-46ed-9760-fe878fd9015c" providerId="ADAL" clId="{B9F3BC01-177A-410C-B3CF-F8900CEE277F}" dt="2023-03-02T11:48:56.522" v="1419" actId="20577"/>
        <pc:sldMkLst>
          <pc:docMk/>
          <pc:sldMk cId="2676237063" sldId="288"/>
        </pc:sldMkLst>
        <pc:spChg chg="mod">
          <ac:chgData name="Yusuf Satilmis" userId="a3e4faa8-c8db-46ed-9760-fe878fd9015c" providerId="ADAL" clId="{B9F3BC01-177A-410C-B3CF-F8900CEE277F}" dt="2023-03-02T11:48:56.522" v="1419" actId="20577"/>
          <ac:spMkLst>
            <pc:docMk/>
            <pc:sldMk cId="2676237063" sldId="288"/>
            <ac:spMk id="2" creationId="{5335B9EC-5EDD-E898-1A69-9B4B2F4C7BE3}"/>
          </ac:spMkLst>
        </pc:spChg>
        <pc:spChg chg="mod">
          <ac:chgData name="Yusuf Satilmis" userId="a3e4faa8-c8db-46ed-9760-fe878fd9015c" providerId="ADAL" clId="{B9F3BC01-177A-410C-B3CF-F8900CEE277F}" dt="2023-02-26T20:13:17.526" v="790" actId="20577"/>
          <ac:spMkLst>
            <pc:docMk/>
            <pc:sldMk cId="2676237063" sldId="288"/>
            <ac:spMk id="3" creationId="{C3221547-8CD1-3B3C-0B54-396E2CA6832A}"/>
          </ac:spMkLst>
        </pc:spChg>
      </pc:sldChg>
      <pc:sldChg chg="addSp delSp modSp add mod">
        <pc:chgData name="Yusuf Satilmis" userId="a3e4faa8-c8db-46ed-9760-fe878fd9015c" providerId="ADAL" clId="{B9F3BC01-177A-410C-B3CF-F8900CEE277F}" dt="2023-02-27T09:59:52.511" v="1296" actId="20577"/>
        <pc:sldMkLst>
          <pc:docMk/>
          <pc:sldMk cId="3951015240" sldId="289"/>
        </pc:sldMkLst>
        <pc:spChg chg="add mod">
          <ac:chgData name="Yusuf Satilmis" userId="a3e4faa8-c8db-46ed-9760-fe878fd9015c" providerId="ADAL" clId="{B9F3BC01-177A-410C-B3CF-F8900CEE277F}" dt="2023-02-27T09:59:52.511" v="1296" actId="20577"/>
          <ac:spMkLst>
            <pc:docMk/>
            <pc:sldMk cId="3951015240" sldId="289"/>
            <ac:spMk id="3" creationId="{C28C09C8-CFB9-4704-2FF7-42FAF1946BEA}"/>
          </ac:spMkLst>
        </pc:spChg>
        <pc:spChg chg="del">
          <ac:chgData name="Yusuf Satilmis" userId="a3e4faa8-c8db-46ed-9760-fe878fd9015c" providerId="ADAL" clId="{B9F3BC01-177A-410C-B3CF-F8900CEE277F}" dt="2023-02-27T08:21:45.841" v="1119" actId="478"/>
          <ac:spMkLst>
            <pc:docMk/>
            <pc:sldMk cId="3951015240" sldId="289"/>
            <ac:spMk id="4" creationId="{54CF6265-BA69-CEF4-3B53-25F47326CBB9}"/>
          </ac:spMkLst>
        </pc:spChg>
        <pc:spChg chg="add mod">
          <ac:chgData name="Yusuf Satilmis" userId="a3e4faa8-c8db-46ed-9760-fe878fd9015c" providerId="ADAL" clId="{B9F3BC01-177A-410C-B3CF-F8900CEE277F}" dt="2023-02-27T08:22:53.650" v="1237" actId="20577"/>
          <ac:spMkLst>
            <pc:docMk/>
            <pc:sldMk cId="3951015240" sldId="289"/>
            <ac:spMk id="5" creationId="{FA3AE6DC-F965-BA0E-A094-DA07A093DDDE}"/>
          </ac:spMkLst>
        </pc:spChg>
        <pc:picChg chg="del">
          <ac:chgData name="Yusuf Satilmis" userId="a3e4faa8-c8db-46ed-9760-fe878fd9015c" providerId="ADAL" clId="{B9F3BC01-177A-410C-B3CF-F8900CEE277F}" dt="2023-02-27T08:21:43.924" v="1118" actId="478"/>
          <ac:picMkLst>
            <pc:docMk/>
            <pc:sldMk cId="3951015240" sldId="289"/>
            <ac:picMk id="2" creationId="{92FA431A-17DA-2FE7-F0EE-6F0820F8C1F9}"/>
          </ac:picMkLst>
        </pc:picChg>
      </pc:sldChg>
    </pc:docChg>
  </pc:docChgLst>
  <pc:docChgLst>
    <pc:chgData name="Vinita Silaparasetty" userId="S::vinitas@justit.co.uk::23a627d4-2336-43bb-8521-fe23304def7a" providerId="AD" clId="Web-{2438E406-2236-66C9-03D9-935C2C1B6ADC}"/>
    <pc:docChg chg="delSld modSld">
      <pc:chgData name="Vinita Silaparasetty" userId="S::vinitas@justit.co.uk::23a627d4-2336-43bb-8521-fe23304def7a" providerId="AD" clId="Web-{2438E406-2236-66C9-03D9-935C2C1B6ADC}" dt="2023-02-21T15:24:48.965" v="22" actId="20577"/>
      <pc:docMkLst>
        <pc:docMk/>
      </pc:docMkLst>
      <pc:sldChg chg="modSp">
        <pc:chgData name="Vinita Silaparasetty" userId="S::vinitas@justit.co.uk::23a627d4-2336-43bb-8521-fe23304def7a" providerId="AD" clId="Web-{2438E406-2236-66C9-03D9-935C2C1B6ADC}" dt="2023-02-21T15:20:33.006" v="0" actId="20577"/>
        <pc:sldMkLst>
          <pc:docMk/>
          <pc:sldMk cId="748280619" sldId="256"/>
        </pc:sldMkLst>
        <pc:spChg chg="mod">
          <ac:chgData name="Vinita Silaparasetty" userId="S::vinitas@justit.co.uk::23a627d4-2336-43bb-8521-fe23304def7a" providerId="AD" clId="Web-{2438E406-2236-66C9-03D9-935C2C1B6ADC}" dt="2023-02-21T15:20:33.006" v="0" actId="20577"/>
          <ac:spMkLst>
            <pc:docMk/>
            <pc:sldMk cId="748280619" sldId="256"/>
            <ac:spMk id="4" creationId="{61255FB1-83F4-FC1F-ACA7-7CB4D3E9B386}"/>
          </ac:spMkLst>
        </pc:spChg>
      </pc:sldChg>
      <pc:sldChg chg="del">
        <pc:chgData name="Vinita Silaparasetty" userId="S::vinitas@justit.co.uk::23a627d4-2336-43bb-8521-fe23304def7a" providerId="AD" clId="Web-{2438E406-2236-66C9-03D9-935C2C1B6ADC}" dt="2023-02-21T15:21:56.524" v="3"/>
        <pc:sldMkLst>
          <pc:docMk/>
          <pc:sldMk cId="3453490105" sldId="257"/>
        </pc:sldMkLst>
      </pc:sldChg>
      <pc:sldChg chg="del">
        <pc:chgData name="Vinita Silaparasetty" userId="S::vinitas@justit.co.uk::23a627d4-2336-43bb-8521-fe23304def7a" providerId="AD" clId="Web-{2438E406-2236-66C9-03D9-935C2C1B6ADC}" dt="2023-02-21T15:21:42.930" v="1"/>
        <pc:sldMkLst>
          <pc:docMk/>
          <pc:sldMk cId="2619886692" sldId="258"/>
        </pc:sldMkLst>
      </pc:sldChg>
      <pc:sldChg chg="del">
        <pc:chgData name="Vinita Silaparasetty" userId="S::vinitas@justit.co.uk::23a627d4-2336-43bb-8521-fe23304def7a" providerId="AD" clId="Web-{2438E406-2236-66C9-03D9-935C2C1B6ADC}" dt="2023-02-21T15:21:51.211" v="2"/>
        <pc:sldMkLst>
          <pc:docMk/>
          <pc:sldMk cId="2406350475" sldId="259"/>
        </pc:sldMkLst>
      </pc:sldChg>
      <pc:sldChg chg="del">
        <pc:chgData name="Vinita Silaparasetty" userId="S::vinitas@justit.co.uk::23a627d4-2336-43bb-8521-fe23304def7a" providerId="AD" clId="Web-{2438E406-2236-66C9-03D9-935C2C1B6ADC}" dt="2023-02-21T15:22:01.868" v="4"/>
        <pc:sldMkLst>
          <pc:docMk/>
          <pc:sldMk cId="2157898231" sldId="271"/>
        </pc:sldMkLst>
      </pc:sldChg>
      <pc:sldChg chg="del">
        <pc:chgData name="Vinita Silaparasetty" userId="S::vinitas@justit.co.uk::23a627d4-2336-43bb-8521-fe23304def7a" providerId="AD" clId="Web-{2438E406-2236-66C9-03D9-935C2C1B6ADC}" dt="2023-02-21T15:22:29.524" v="9"/>
        <pc:sldMkLst>
          <pc:docMk/>
          <pc:sldMk cId="414121442" sldId="272"/>
        </pc:sldMkLst>
      </pc:sldChg>
      <pc:sldChg chg="del">
        <pc:chgData name="Vinita Silaparasetty" userId="S::vinitas@justit.co.uk::23a627d4-2336-43bb-8521-fe23304def7a" providerId="AD" clId="Web-{2438E406-2236-66C9-03D9-935C2C1B6ADC}" dt="2023-02-21T15:22:52.181" v="11"/>
        <pc:sldMkLst>
          <pc:docMk/>
          <pc:sldMk cId="25696748" sldId="273"/>
        </pc:sldMkLst>
      </pc:sldChg>
      <pc:sldChg chg="del">
        <pc:chgData name="Vinita Silaparasetty" userId="S::vinitas@justit.co.uk::23a627d4-2336-43bb-8521-fe23304def7a" providerId="AD" clId="Web-{2438E406-2236-66C9-03D9-935C2C1B6ADC}" dt="2023-02-21T15:22:37.806" v="10"/>
        <pc:sldMkLst>
          <pc:docMk/>
          <pc:sldMk cId="745537296" sldId="274"/>
        </pc:sldMkLst>
      </pc:sldChg>
      <pc:sldChg chg="del">
        <pc:chgData name="Vinita Silaparasetty" userId="S::vinitas@justit.co.uk::23a627d4-2336-43bb-8521-fe23304def7a" providerId="AD" clId="Web-{2438E406-2236-66C9-03D9-935C2C1B6ADC}" dt="2023-02-21T15:23:22.338" v="12"/>
        <pc:sldMkLst>
          <pc:docMk/>
          <pc:sldMk cId="1663849698" sldId="275"/>
        </pc:sldMkLst>
      </pc:sldChg>
      <pc:sldChg chg="modSp">
        <pc:chgData name="Vinita Silaparasetty" userId="S::vinitas@justit.co.uk::23a627d4-2336-43bb-8521-fe23304def7a" providerId="AD" clId="Web-{2438E406-2236-66C9-03D9-935C2C1B6ADC}" dt="2023-02-21T15:24:40.106" v="17" actId="1076"/>
        <pc:sldMkLst>
          <pc:docMk/>
          <pc:sldMk cId="2982557274" sldId="276"/>
        </pc:sldMkLst>
        <pc:spChg chg="mod">
          <ac:chgData name="Vinita Silaparasetty" userId="S::vinitas@justit.co.uk::23a627d4-2336-43bb-8521-fe23304def7a" providerId="AD" clId="Web-{2438E406-2236-66C9-03D9-935C2C1B6ADC}" dt="2023-02-21T15:24:40.106" v="17" actId="1076"/>
          <ac:spMkLst>
            <pc:docMk/>
            <pc:sldMk cId="2982557274" sldId="276"/>
            <ac:spMk id="7" creationId="{D340B6FB-D31E-0F8D-A552-2346B7401208}"/>
          </ac:spMkLst>
        </pc:spChg>
      </pc:sldChg>
      <pc:sldChg chg="modSp">
        <pc:chgData name="Vinita Silaparasetty" userId="S::vinitas@justit.co.uk::23a627d4-2336-43bb-8521-fe23304def7a" providerId="AD" clId="Web-{2438E406-2236-66C9-03D9-935C2C1B6ADC}" dt="2023-02-21T15:24:48.965" v="22" actId="20577"/>
        <pc:sldMkLst>
          <pc:docMk/>
          <pc:sldMk cId="2583991409" sldId="277"/>
        </pc:sldMkLst>
        <pc:spChg chg="mod">
          <ac:chgData name="Vinita Silaparasetty" userId="S::vinitas@justit.co.uk::23a627d4-2336-43bb-8521-fe23304def7a" providerId="AD" clId="Web-{2438E406-2236-66C9-03D9-935C2C1B6ADC}" dt="2023-02-21T15:24:48.965" v="22" actId="20577"/>
          <ac:spMkLst>
            <pc:docMk/>
            <pc:sldMk cId="2583991409" sldId="277"/>
            <ac:spMk id="9" creationId="{A8BFD416-DE9F-8CB9-04E6-362A498F9738}"/>
          </ac:spMkLst>
        </pc:spChg>
      </pc:sldChg>
      <pc:sldChg chg="modSp">
        <pc:chgData name="Vinita Silaparasetty" userId="S::vinitas@justit.co.uk::23a627d4-2336-43bb-8521-fe23304def7a" providerId="AD" clId="Web-{2438E406-2236-66C9-03D9-935C2C1B6ADC}" dt="2023-02-21T15:22:25.556" v="8" actId="20577"/>
        <pc:sldMkLst>
          <pc:docMk/>
          <pc:sldMk cId="3142842086" sldId="283"/>
        </pc:sldMkLst>
        <pc:spChg chg="mod">
          <ac:chgData name="Vinita Silaparasetty" userId="S::vinitas@justit.co.uk::23a627d4-2336-43bb-8521-fe23304def7a" providerId="AD" clId="Web-{2438E406-2236-66C9-03D9-935C2C1B6ADC}" dt="2023-02-21T15:22:25.556" v="8" actId="20577"/>
          <ac:spMkLst>
            <pc:docMk/>
            <pc:sldMk cId="3142842086" sldId="283"/>
            <ac:spMk id="3" creationId="{DC7AE393-711E-5FF7-00EA-DF489708E9CD}"/>
          </ac:spMkLst>
        </pc:spChg>
      </pc:sldChg>
    </pc:docChg>
  </pc:docChgLst>
  <pc:docChgLst>
    <pc:chgData name="Yusuf Satilmis" userId="a3e4faa8-c8db-46ed-9760-fe878fd9015c" providerId="ADAL" clId="{3452F892-C238-4BB0-898B-633C17424F8C}"/>
    <pc:docChg chg="delSld">
      <pc:chgData name="Yusuf Satilmis" userId="a3e4faa8-c8db-46ed-9760-fe878fd9015c" providerId="ADAL" clId="{3452F892-C238-4BB0-898B-633C17424F8C}" dt="2023-08-02T10:42:43.984" v="0" actId="2696"/>
      <pc:docMkLst>
        <pc:docMk/>
      </pc:docMkLst>
      <pc:sldChg chg="del">
        <pc:chgData name="Yusuf Satilmis" userId="a3e4faa8-c8db-46ed-9760-fe878fd9015c" providerId="ADAL" clId="{3452F892-C238-4BB0-898B-633C17424F8C}" dt="2023-08-02T10:42:43.984" v="0" actId="2696"/>
        <pc:sldMkLst>
          <pc:docMk/>
          <pc:sldMk cId="3142842086" sldId="283"/>
        </pc:sldMkLst>
      </pc:sldChg>
    </pc:docChg>
  </pc:docChgLst>
  <pc:docChgLst>
    <pc:chgData name="Yusuf Satilmis" userId="a3e4faa8-c8db-46ed-9760-fe878fd9015c" providerId="ADAL" clId="{45D29CA2-245F-4684-95E2-44E13E22D5FC}"/>
    <pc:docChg chg="delSld modSld">
      <pc:chgData name="Yusuf Satilmis" userId="a3e4faa8-c8db-46ed-9760-fe878fd9015c" providerId="ADAL" clId="{45D29CA2-245F-4684-95E2-44E13E22D5FC}" dt="2023-08-02T10:42:01.967" v="39" actId="20577"/>
      <pc:docMkLst>
        <pc:docMk/>
      </pc:docMkLst>
      <pc:sldChg chg="del">
        <pc:chgData name="Yusuf Satilmis" userId="a3e4faa8-c8db-46ed-9760-fe878fd9015c" providerId="ADAL" clId="{45D29CA2-245F-4684-95E2-44E13E22D5FC}" dt="2023-08-02T10:41:28.333" v="0" actId="2696"/>
        <pc:sldMkLst>
          <pc:docMk/>
          <pc:sldMk cId="3720410617" sldId="285"/>
        </pc:sldMkLst>
      </pc:sldChg>
      <pc:sldChg chg="modSp mod">
        <pc:chgData name="Yusuf Satilmis" userId="a3e4faa8-c8db-46ed-9760-fe878fd9015c" providerId="ADAL" clId="{45D29CA2-245F-4684-95E2-44E13E22D5FC}" dt="2023-08-02T10:42:01.967" v="39" actId="20577"/>
        <pc:sldMkLst>
          <pc:docMk/>
          <pc:sldMk cId="3951015240" sldId="289"/>
        </pc:sldMkLst>
        <pc:spChg chg="mod">
          <ac:chgData name="Yusuf Satilmis" userId="a3e4faa8-c8db-46ed-9760-fe878fd9015c" providerId="ADAL" clId="{45D29CA2-245F-4684-95E2-44E13E22D5FC}" dt="2023-08-02T10:42:01.967" v="39" actId="20577"/>
          <ac:spMkLst>
            <pc:docMk/>
            <pc:sldMk cId="3951015240" sldId="289"/>
            <ac:spMk id="3" creationId="{C28C09C8-CFB9-4704-2FF7-42FAF1946BEA}"/>
          </ac:spMkLst>
        </pc:spChg>
      </pc:sldChg>
    </pc:docChg>
  </pc:docChgLst>
  <pc:docChgLst>
    <pc:chgData name="Vinita Silaparasetty" userId="S::vinitas@justit.co.uk::23a627d4-2336-43bb-8521-fe23304def7a" providerId="AD" clId="Web-{40985810-17FE-14EF-EAD4-FF87030A7B10}"/>
    <pc:docChg chg="delSld modSld">
      <pc:chgData name="Vinita Silaparasetty" userId="S::vinitas@justit.co.uk::23a627d4-2336-43bb-8521-fe23304def7a" providerId="AD" clId="Web-{40985810-17FE-14EF-EAD4-FF87030A7B10}" dt="2023-01-05T20:56:55.629" v="45" actId="20577"/>
      <pc:docMkLst>
        <pc:docMk/>
      </pc:docMkLst>
      <pc:sldChg chg="modSp">
        <pc:chgData name="Vinita Silaparasetty" userId="S::vinitas@justit.co.uk::23a627d4-2336-43bb-8521-fe23304def7a" providerId="AD" clId="Web-{40985810-17FE-14EF-EAD4-FF87030A7B10}" dt="2023-01-05T20:48:51.398" v="7" actId="20577"/>
        <pc:sldMkLst>
          <pc:docMk/>
          <pc:sldMk cId="748280619" sldId="256"/>
        </pc:sldMkLst>
        <pc:spChg chg="mod">
          <ac:chgData name="Vinita Silaparasetty" userId="S::vinitas@justit.co.uk::23a627d4-2336-43bb-8521-fe23304def7a" providerId="AD" clId="Web-{40985810-17FE-14EF-EAD4-FF87030A7B10}" dt="2023-01-05T20:48:51.398" v="7" actId="20577"/>
          <ac:spMkLst>
            <pc:docMk/>
            <pc:sldMk cId="748280619" sldId="256"/>
            <ac:spMk id="4" creationId="{61255FB1-83F4-FC1F-ACA7-7CB4D3E9B386}"/>
          </ac:spMkLst>
        </pc:spChg>
      </pc:sldChg>
      <pc:sldChg chg="modSp">
        <pc:chgData name="Vinita Silaparasetty" userId="S::vinitas@justit.co.uk::23a627d4-2336-43bb-8521-fe23304def7a" providerId="AD" clId="Web-{40985810-17FE-14EF-EAD4-FF87030A7B10}" dt="2023-01-05T20:49:00.023" v="9" actId="20577"/>
        <pc:sldMkLst>
          <pc:docMk/>
          <pc:sldMk cId="2619886692" sldId="258"/>
        </pc:sldMkLst>
        <pc:spChg chg="mod">
          <ac:chgData name="Vinita Silaparasetty" userId="S::vinitas@justit.co.uk::23a627d4-2336-43bb-8521-fe23304def7a" providerId="AD" clId="Web-{40985810-17FE-14EF-EAD4-FF87030A7B10}" dt="2023-01-05T20:49:00.023" v="9" actId="20577"/>
          <ac:spMkLst>
            <pc:docMk/>
            <pc:sldMk cId="2619886692" sldId="258"/>
            <ac:spMk id="6" creationId="{A43C4740-E096-6485-26BA-3A0FB40E815B}"/>
          </ac:spMkLst>
        </pc:spChg>
      </pc:sldChg>
      <pc:sldChg chg="addSp delSp modSp mod setBg modClrScheme chgLayout modNotes">
        <pc:chgData name="Vinita Silaparasetty" userId="S::vinitas@justit.co.uk::23a627d4-2336-43bb-8521-fe23304def7a" providerId="AD" clId="Web-{40985810-17FE-14EF-EAD4-FF87030A7B10}" dt="2023-01-05T20:56:55.629" v="45" actId="20577"/>
        <pc:sldMkLst>
          <pc:docMk/>
          <pc:sldMk cId="2667396597" sldId="265"/>
        </pc:sldMkLst>
        <pc:spChg chg="add del mod ord">
          <ac:chgData name="Vinita Silaparasetty" userId="S::vinitas@justit.co.uk::23a627d4-2336-43bb-8521-fe23304def7a" providerId="AD" clId="Web-{40985810-17FE-14EF-EAD4-FF87030A7B10}" dt="2023-01-05T20:51:21.386" v="17"/>
          <ac:spMkLst>
            <pc:docMk/>
            <pc:sldMk cId="2667396597" sldId="265"/>
            <ac:spMk id="2" creationId="{B318C02B-4CCE-09D5-A0A5-175C14BCA14F}"/>
          </ac:spMkLst>
        </pc:spChg>
        <pc:spChg chg="add del mod ord">
          <ac:chgData name="Vinita Silaparasetty" userId="S::vinitas@justit.co.uk::23a627d4-2336-43bb-8521-fe23304def7a" providerId="AD" clId="Web-{40985810-17FE-14EF-EAD4-FF87030A7B10}" dt="2023-01-05T20:51:21.386" v="17"/>
          <ac:spMkLst>
            <pc:docMk/>
            <pc:sldMk cId="2667396597" sldId="265"/>
            <ac:spMk id="3" creationId="{7BBAD5D6-6D5D-7216-0B14-97326C331A35}"/>
          </ac:spMkLst>
        </pc:spChg>
        <pc:spChg chg="add mod">
          <ac:chgData name="Vinita Silaparasetty" userId="S::vinitas@justit.co.uk::23a627d4-2336-43bb-8521-fe23304def7a" providerId="AD" clId="Web-{40985810-17FE-14EF-EAD4-FF87030A7B10}" dt="2023-01-05T20:56:55.629" v="45" actId="20577"/>
          <ac:spMkLst>
            <pc:docMk/>
            <pc:sldMk cId="2667396597" sldId="265"/>
            <ac:spMk id="4" creationId="{54CF6265-BA69-CEF4-3B53-25F47326CBB9}"/>
          </ac:spMkLst>
        </pc:spChg>
        <pc:spChg chg="add">
          <ac:chgData name="Vinita Silaparasetty" userId="S::vinitas@justit.co.uk::23a627d4-2336-43bb-8521-fe23304def7a" providerId="AD" clId="Web-{40985810-17FE-14EF-EAD4-FF87030A7B10}" dt="2023-01-05T20:51:51.246" v="18"/>
          <ac:spMkLst>
            <pc:docMk/>
            <pc:sldMk cId="2667396597" sldId="265"/>
            <ac:spMk id="11" creationId="{0B761509-3B9A-49A6-A84B-C3D86811697D}"/>
          </ac:spMkLst>
        </pc:spChg>
        <pc:spChg chg="add del">
          <ac:chgData name="Vinita Silaparasetty" userId="S::vinitas@justit.co.uk::23a627d4-2336-43bb-8521-fe23304def7a" providerId="AD" clId="Web-{40985810-17FE-14EF-EAD4-FF87030A7B10}" dt="2023-01-05T20:51:15.964" v="15"/>
          <ac:spMkLst>
            <pc:docMk/>
            <pc:sldMk cId="2667396597" sldId="265"/>
            <ac:spMk id="14" creationId="{D4771268-CB57-404A-9271-370EB28F6090}"/>
          </ac:spMkLst>
        </pc:spChg>
        <pc:spChg chg="add">
          <ac:chgData name="Vinita Silaparasetty" userId="S::vinitas@justit.co.uk::23a627d4-2336-43bb-8521-fe23304def7a" providerId="AD" clId="Web-{40985810-17FE-14EF-EAD4-FF87030A7B10}" dt="2023-01-05T20:51:51.246" v="18"/>
          <ac:spMkLst>
            <pc:docMk/>
            <pc:sldMk cId="2667396597" sldId="265"/>
            <ac:spMk id="16" creationId="{91DE43FD-EB47-414A-B0AB-169B0FFFA527}"/>
          </ac:spMkLst>
        </pc:spChg>
        <pc:grpChg chg="add">
          <ac:chgData name="Vinita Silaparasetty" userId="S::vinitas@justit.co.uk::23a627d4-2336-43bb-8521-fe23304def7a" providerId="AD" clId="Web-{40985810-17FE-14EF-EAD4-FF87030A7B10}" dt="2023-01-05T20:51:51.246" v="18"/>
          <ac:grpSpMkLst>
            <pc:docMk/>
            <pc:sldMk cId="2667396597" sldId="265"/>
            <ac:grpSpMk id="18" creationId="{58495BCC-CE77-4CC2-952E-846F41119FD5}"/>
          </ac:grpSpMkLst>
        </pc:grpChg>
        <pc:picChg chg="mod ord">
          <ac:chgData name="Vinita Silaparasetty" userId="S::vinitas@justit.co.uk::23a627d4-2336-43bb-8521-fe23304def7a" providerId="AD" clId="Web-{40985810-17FE-14EF-EAD4-FF87030A7B10}" dt="2023-01-05T20:52:09.918" v="21" actId="1076"/>
          <ac:picMkLst>
            <pc:docMk/>
            <pc:sldMk cId="2667396597" sldId="265"/>
            <ac:picMk id="9" creationId="{893FEC31-20C1-4CEE-C319-70399FC2A7B2}"/>
          </ac:picMkLst>
        </pc:picChg>
      </pc:sldChg>
      <pc:sldChg chg="delSp">
        <pc:chgData name="Vinita Silaparasetty" userId="S::vinitas@justit.co.uk::23a627d4-2336-43bb-8521-fe23304def7a" providerId="AD" clId="Web-{40985810-17FE-14EF-EAD4-FF87030A7B10}" dt="2023-01-05T20:49:11.992" v="10"/>
        <pc:sldMkLst>
          <pc:docMk/>
          <pc:sldMk cId="414121442" sldId="272"/>
        </pc:sldMkLst>
        <pc:spChg chg="del">
          <ac:chgData name="Vinita Silaparasetty" userId="S::vinitas@justit.co.uk::23a627d4-2336-43bb-8521-fe23304def7a" providerId="AD" clId="Web-{40985810-17FE-14EF-EAD4-FF87030A7B10}" dt="2023-01-05T20:49:11.992" v="10"/>
          <ac:spMkLst>
            <pc:docMk/>
            <pc:sldMk cId="414121442" sldId="272"/>
            <ac:spMk id="8" creationId="{0F6577C0-876E-2E63-2ACB-2446B4647308}"/>
          </ac:spMkLst>
        </pc:spChg>
      </pc:sldChg>
      <pc:sldChg chg="delSp">
        <pc:chgData name="Vinita Silaparasetty" userId="S::vinitas@justit.co.uk::23a627d4-2336-43bb-8521-fe23304def7a" providerId="AD" clId="Web-{40985810-17FE-14EF-EAD4-FF87030A7B10}" dt="2023-01-05T20:49:23.961" v="11"/>
        <pc:sldMkLst>
          <pc:docMk/>
          <pc:sldMk cId="1663849698" sldId="275"/>
        </pc:sldMkLst>
        <pc:spChg chg="del">
          <ac:chgData name="Vinita Silaparasetty" userId="S::vinitas@justit.co.uk::23a627d4-2336-43bb-8521-fe23304def7a" providerId="AD" clId="Web-{40985810-17FE-14EF-EAD4-FF87030A7B10}" dt="2023-01-05T20:49:23.961" v="11"/>
          <ac:spMkLst>
            <pc:docMk/>
            <pc:sldMk cId="1663849698" sldId="275"/>
            <ac:spMk id="9" creationId="{5DA98F52-A7F6-58E6-4B71-41C617B8FDCD}"/>
          </ac:spMkLst>
        </pc:spChg>
      </pc:sldChg>
      <pc:sldChg chg="del">
        <pc:chgData name="Vinita Silaparasetty" userId="S::vinitas@justit.co.uk::23a627d4-2336-43bb-8521-fe23304def7a" providerId="AD" clId="Web-{40985810-17FE-14EF-EAD4-FF87030A7B10}" dt="2023-01-05T20:55:43.690" v="36"/>
        <pc:sldMkLst>
          <pc:docMk/>
          <pc:sldMk cId="1358470808" sldId="281"/>
        </pc:sldMkLst>
      </pc:sldChg>
    </pc:docChg>
  </pc:docChgLst>
  <pc:docChgLst>
    <pc:chgData name="Vinita Silaparasetty" userId="S::vinitas@justit.co.uk::23a627d4-2336-43bb-8521-fe23304def7a" providerId="AD" clId="Web-{8F59A768-6225-107F-B255-07D00C806400}"/>
    <pc:docChg chg="addSld modSld">
      <pc:chgData name="Vinita Silaparasetty" userId="S::vinitas@justit.co.uk::23a627d4-2336-43bb-8521-fe23304def7a" providerId="AD" clId="Web-{8F59A768-6225-107F-B255-07D00C806400}" dt="2023-02-19T09:03:30.909" v="110" actId="1076"/>
      <pc:docMkLst>
        <pc:docMk/>
      </pc:docMkLst>
      <pc:sldChg chg="addSp delSp modSp mod modClrScheme delDesignElem chgLayout">
        <pc:chgData name="Vinita Silaparasetty" userId="S::vinitas@justit.co.uk::23a627d4-2336-43bb-8521-fe23304def7a" providerId="AD" clId="Web-{8F59A768-6225-107F-B255-07D00C806400}" dt="2023-02-19T09:03:30.909" v="110" actId="1076"/>
        <pc:sldMkLst>
          <pc:docMk/>
          <pc:sldMk cId="2667396597" sldId="265"/>
        </pc:sldMkLst>
        <pc:spChg chg="add del mod ord">
          <ac:chgData name="Vinita Silaparasetty" userId="S::vinitas@justit.co.uk::23a627d4-2336-43bb-8521-fe23304def7a" providerId="AD" clId="Web-{8F59A768-6225-107F-B255-07D00C806400}" dt="2023-02-19T09:03:25.519" v="109"/>
          <ac:spMkLst>
            <pc:docMk/>
            <pc:sldMk cId="2667396597" sldId="265"/>
            <ac:spMk id="3" creationId="{407AE33D-C731-A19A-9AB3-FD2ADE5C1DA8}"/>
          </ac:spMkLst>
        </pc:spChg>
        <pc:spChg chg="mod ord">
          <ac:chgData name="Vinita Silaparasetty" userId="S::vinitas@justit.co.uk::23a627d4-2336-43bb-8521-fe23304def7a" providerId="AD" clId="Web-{8F59A768-6225-107F-B255-07D00C806400}" dt="2023-02-19T09:02:57.360" v="102" actId="14100"/>
          <ac:spMkLst>
            <pc:docMk/>
            <pc:sldMk cId="2667396597" sldId="265"/>
            <ac:spMk id="4" creationId="{54CF6265-BA69-CEF4-3B53-25F47326CBB9}"/>
          </ac:spMkLst>
        </pc:spChg>
        <pc:spChg chg="add del mod ord">
          <ac:chgData name="Vinita Silaparasetty" userId="S::vinitas@justit.co.uk::23a627d4-2336-43bb-8521-fe23304def7a" providerId="AD" clId="Web-{8F59A768-6225-107F-B255-07D00C806400}" dt="2023-02-19T09:02:43.563" v="99"/>
          <ac:spMkLst>
            <pc:docMk/>
            <pc:sldMk cId="2667396597" sldId="265"/>
            <ac:spMk id="5" creationId="{3A1BF28C-C92D-A238-A0FE-14B467E6FC1C}"/>
          </ac:spMkLst>
        </pc:spChg>
        <pc:spChg chg="add del">
          <ac:chgData name="Vinita Silaparasetty" userId="S::vinitas@justit.co.uk::23a627d4-2336-43bb-8521-fe23304def7a" providerId="AD" clId="Web-{8F59A768-6225-107F-B255-07D00C806400}" dt="2023-02-19T09:00:42.708" v="81"/>
          <ac:spMkLst>
            <pc:docMk/>
            <pc:sldMk cId="2667396597" sldId="265"/>
            <ac:spMk id="11" creationId="{0B761509-3B9A-49A6-A84B-C3D86811697D}"/>
          </ac:spMkLst>
        </pc:spChg>
        <pc:spChg chg="add del">
          <ac:chgData name="Vinita Silaparasetty" userId="S::vinitas@justit.co.uk::23a627d4-2336-43bb-8521-fe23304def7a" providerId="AD" clId="Web-{8F59A768-6225-107F-B255-07D00C806400}" dt="2023-02-19T09:00:42.708" v="81"/>
          <ac:spMkLst>
            <pc:docMk/>
            <pc:sldMk cId="2667396597" sldId="265"/>
            <ac:spMk id="16" creationId="{91DE43FD-EB47-414A-B0AB-169B0FFFA527}"/>
          </ac:spMkLst>
        </pc:spChg>
        <pc:spChg chg="add del">
          <ac:chgData name="Vinita Silaparasetty" userId="S::vinitas@justit.co.uk::23a627d4-2336-43bb-8521-fe23304def7a" providerId="AD" clId="Web-{8F59A768-6225-107F-B255-07D00C806400}" dt="2023-02-19T09:00:40.224" v="78"/>
          <ac:spMkLst>
            <pc:docMk/>
            <pc:sldMk cId="2667396597" sldId="265"/>
            <ac:spMk id="25" creationId="{5E39A796-BE83-48B1-B33F-35C4A32AAB57}"/>
          </ac:spMkLst>
        </pc:spChg>
        <pc:spChg chg="add del">
          <ac:chgData name="Vinita Silaparasetty" userId="S::vinitas@justit.co.uk::23a627d4-2336-43bb-8521-fe23304def7a" providerId="AD" clId="Web-{8F59A768-6225-107F-B255-07D00C806400}" dt="2023-02-19T09:00:40.224" v="78"/>
          <ac:spMkLst>
            <pc:docMk/>
            <pc:sldMk cId="2667396597" sldId="265"/>
            <ac:spMk id="27" creationId="{72F84B47-E267-4194-8194-831DB7B5547F}"/>
          </ac:spMkLst>
        </pc:spChg>
        <pc:spChg chg="add del">
          <ac:chgData name="Vinita Silaparasetty" userId="S::vinitas@justit.co.uk::23a627d4-2336-43bb-8521-fe23304def7a" providerId="AD" clId="Web-{8F59A768-6225-107F-B255-07D00C806400}" dt="2023-02-19T09:00:42.693" v="80"/>
          <ac:spMkLst>
            <pc:docMk/>
            <pc:sldMk cId="2667396597" sldId="265"/>
            <ac:spMk id="29" creationId="{577D1452-F0B7-431E-9A24-D3F7103D8510}"/>
          </ac:spMkLst>
        </pc:spChg>
        <pc:spChg chg="add del">
          <ac:chgData name="Vinita Silaparasetty" userId="S::vinitas@justit.co.uk::23a627d4-2336-43bb-8521-fe23304def7a" providerId="AD" clId="Web-{8F59A768-6225-107F-B255-07D00C806400}" dt="2023-02-19T09:00:42.693" v="80"/>
          <ac:spMkLst>
            <pc:docMk/>
            <pc:sldMk cId="2667396597" sldId="265"/>
            <ac:spMk id="30" creationId="{A660F4F9-5DF5-4F15-BE6A-CD8648BB1148}"/>
          </ac:spMkLst>
        </pc:spChg>
        <pc:spChg chg="add del">
          <ac:chgData name="Vinita Silaparasetty" userId="S::vinitas@justit.co.uk::23a627d4-2336-43bb-8521-fe23304def7a" providerId="AD" clId="Web-{8F59A768-6225-107F-B255-07D00C806400}" dt="2023-02-19T09:02:39.141" v="98"/>
          <ac:spMkLst>
            <pc:docMk/>
            <pc:sldMk cId="2667396597" sldId="265"/>
            <ac:spMk id="32" creationId="{33CD251C-A887-4D2F-925B-FC097198538B}"/>
          </ac:spMkLst>
        </pc:spChg>
        <pc:spChg chg="add del">
          <ac:chgData name="Vinita Silaparasetty" userId="S::vinitas@justit.co.uk::23a627d4-2336-43bb-8521-fe23304def7a" providerId="AD" clId="Web-{8F59A768-6225-107F-B255-07D00C806400}" dt="2023-02-19T09:02:39.141" v="98"/>
          <ac:spMkLst>
            <pc:docMk/>
            <pc:sldMk cId="2667396597" sldId="265"/>
            <ac:spMk id="33" creationId="{B19D093C-27FB-4032-B282-42C4563F257C}"/>
          </ac:spMkLst>
        </pc:spChg>
        <pc:grpChg chg="add del">
          <ac:chgData name="Vinita Silaparasetty" userId="S::vinitas@justit.co.uk::23a627d4-2336-43bb-8521-fe23304def7a" providerId="AD" clId="Web-{8F59A768-6225-107F-B255-07D00C806400}" dt="2023-02-19T09:00:42.708" v="81"/>
          <ac:grpSpMkLst>
            <pc:docMk/>
            <pc:sldMk cId="2667396597" sldId="265"/>
            <ac:grpSpMk id="18" creationId="{58495BCC-CE77-4CC2-952E-846F41119FD5}"/>
          </ac:grpSpMkLst>
        </pc:grpChg>
        <pc:grpChg chg="add del">
          <ac:chgData name="Vinita Silaparasetty" userId="S::vinitas@justit.co.uk::23a627d4-2336-43bb-8521-fe23304def7a" providerId="AD" clId="Web-{8F59A768-6225-107F-B255-07D00C806400}" dt="2023-02-19T09:02:39.141" v="98"/>
          <ac:grpSpMkLst>
            <pc:docMk/>
            <pc:sldMk cId="2667396597" sldId="265"/>
            <ac:grpSpMk id="34" creationId="{35EE815E-1BD3-4777-B652-6D98825BF66B}"/>
          </ac:grpSpMkLst>
        </pc:grpChg>
        <pc:picChg chg="add mod modCrop">
          <ac:chgData name="Vinita Silaparasetty" userId="S::vinitas@justit.co.uk::23a627d4-2336-43bb-8521-fe23304def7a" providerId="AD" clId="Web-{8F59A768-6225-107F-B255-07D00C806400}" dt="2023-02-19T09:03:30.909" v="110" actId="1076"/>
          <ac:picMkLst>
            <pc:docMk/>
            <pc:sldMk cId="2667396597" sldId="265"/>
            <ac:picMk id="2" creationId="{92FA431A-17DA-2FE7-F0EE-6F0820F8C1F9}"/>
          </ac:picMkLst>
        </pc:picChg>
        <pc:picChg chg="del">
          <ac:chgData name="Vinita Silaparasetty" userId="S::vinitas@justit.co.uk::23a627d4-2336-43bb-8521-fe23304def7a" providerId="AD" clId="Web-{8F59A768-6225-107F-B255-07D00C806400}" dt="2023-02-19T08:53:27.921" v="0"/>
          <ac:picMkLst>
            <pc:docMk/>
            <pc:sldMk cId="2667396597" sldId="265"/>
            <ac:picMk id="9" creationId="{893FEC31-20C1-4CEE-C319-70399FC2A7B2}"/>
          </ac:picMkLst>
        </pc:picChg>
      </pc:sldChg>
      <pc:sldChg chg="modSp new">
        <pc:chgData name="Vinita Silaparasetty" userId="S::vinitas@justit.co.uk::23a627d4-2336-43bb-8521-fe23304def7a" providerId="AD" clId="Web-{8F59A768-6225-107F-B255-07D00C806400}" dt="2023-02-19T08:58:03.766" v="70" actId="20577"/>
        <pc:sldMkLst>
          <pc:docMk/>
          <pc:sldMk cId="3142842086" sldId="283"/>
        </pc:sldMkLst>
        <pc:spChg chg="mod">
          <ac:chgData name="Vinita Silaparasetty" userId="S::vinitas@justit.co.uk::23a627d4-2336-43bb-8521-fe23304def7a" providerId="AD" clId="Web-{8F59A768-6225-107F-B255-07D00C806400}" dt="2023-02-19T08:58:03.766" v="70" actId="20577"/>
          <ac:spMkLst>
            <pc:docMk/>
            <pc:sldMk cId="3142842086" sldId="283"/>
            <ac:spMk id="2" creationId="{A5EF991C-91C5-E504-175B-06A28BE36C56}"/>
          </ac:spMkLst>
        </pc:spChg>
        <pc:spChg chg="mod">
          <ac:chgData name="Vinita Silaparasetty" userId="S::vinitas@justit.co.uk::23a627d4-2336-43bb-8521-fe23304def7a" providerId="AD" clId="Web-{8F59A768-6225-107F-B255-07D00C806400}" dt="2023-02-19T08:56:33.996" v="8" actId="20577"/>
          <ac:spMkLst>
            <pc:docMk/>
            <pc:sldMk cId="3142842086" sldId="283"/>
            <ac:spMk id="3" creationId="{DC7AE393-711E-5FF7-00EA-DF489708E9CD}"/>
          </ac:spMkLst>
        </pc:spChg>
      </pc:sldChg>
    </pc:docChg>
  </pc:docChgLst>
  <pc:docChgLst>
    <pc:chgData name="Ali Kanji" userId="eb65e205-2bf4-495d-893d-18299fc79ce8" providerId="ADAL" clId="{CE3B81A4-B05D-4212-9EF8-042C249FA8E4}"/>
    <pc:docChg chg="custSel modSld">
      <pc:chgData name="Ali Kanji" userId="eb65e205-2bf4-495d-893d-18299fc79ce8" providerId="ADAL" clId="{CE3B81A4-B05D-4212-9EF8-042C249FA8E4}" dt="2023-12-15T10:26:26.959" v="151" actId="20577"/>
      <pc:docMkLst>
        <pc:docMk/>
      </pc:docMkLst>
      <pc:sldChg chg="modSp mod">
        <pc:chgData name="Ali Kanji" userId="eb65e205-2bf4-495d-893d-18299fc79ce8" providerId="ADAL" clId="{CE3B81A4-B05D-4212-9EF8-042C249FA8E4}" dt="2023-12-15T10:26:26.959" v="151" actId="20577"/>
        <pc:sldMkLst>
          <pc:docMk/>
          <pc:sldMk cId="3951015240" sldId="289"/>
        </pc:sldMkLst>
        <pc:spChg chg="mod">
          <ac:chgData name="Ali Kanji" userId="eb65e205-2bf4-495d-893d-18299fc79ce8" providerId="ADAL" clId="{CE3B81A4-B05D-4212-9EF8-042C249FA8E4}" dt="2023-12-15T10:26:26.959" v="151" actId="20577"/>
          <ac:spMkLst>
            <pc:docMk/>
            <pc:sldMk cId="3951015240" sldId="289"/>
            <ac:spMk id="3" creationId="{C28C09C8-CFB9-4704-2FF7-42FAF1946BE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4A12B-C7DE-410E-8249-27E1C7D153E4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6DA7E-92ED-4962-A217-3A2861BA56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09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Run the query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6DA7E-92ED-4962-A217-3A2861BA568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099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 we have added the last name first and then the first name. The next task is to add the original point and the points pulse 10 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6DA7E-92ED-4962-A217-3A2861BA568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807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6DA7E-92ED-4962-A217-3A2861BA568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14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6DA7E-92ED-4962-A217-3A2861BA568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72117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6DA7E-92ED-4962-A217-3A2861BA568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065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6DA7E-92ED-4962-A217-3A2861BA568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08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6DA7E-92ED-4962-A217-3A2861BA568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555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6DA7E-92ED-4962-A217-3A2861BA568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632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6DA7E-92ED-4962-A217-3A2861BA568E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622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66DA7E-92ED-4962-A217-3A2861BA568E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303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7B075-0151-4E2F-8EDD-034F7B0C7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C21E0-0D6A-4590-8A8C-8A7BC73955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F48EA-C817-4F4C-8EC0-B4088DF4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5F4E8-966A-4109-8BE1-C24CED969746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40A87-0C9D-47AC-A7AC-CCC87EA5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33827-3682-46F4-97BB-8F7F1A4E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C71DD-DBBD-446A-B2BC-3701CD71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053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3565-8249-4DA2-95D0-81643ECD7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AC49B-9CCC-4980-9268-89AB41D93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A1077-D5D5-4155-AFE7-DF0E0978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5F4E8-966A-4109-8BE1-C24CED969746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FECA2-9F38-46AD-8378-6503EF695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3FB36-CBD5-4949-AA54-DE980165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C71DD-DBBD-446A-B2BC-3701CD71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89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F73BBE-3E2C-4526-8C68-5ACFC07A0AB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" y="0"/>
            <a:ext cx="12190804" cy="685799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3BFAD70-9553-4ED2-A9FE-9DB649866B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637" y="455720"/>
            <a:ext cx="8075229" cy="1295400"/>
          </a:xfrm>
        </p:spPr>
        <p:txBody>
          <a:bodyPr anchor="ctr" anchorCtr="0">
            <a:normAutofit/>
          </a:bodyPr>
          <a:lstStyle>
            <a:lvl1pPr algn="l">
              <a:defRPr sz="3200" b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Main Title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8A4A8-C50E-D711-17AF-08E5784DD3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1938" y="2062163"/>
            <a:ext cx="5556250" cy="35496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63084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F73BBE-3E2C-4526-8C68-5ACFC07A0AB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" y="0"/>
            <a:ext cx="12190806" cy="685799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3BFAD70-9553-4ED2-A9FE-9DB649866B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638" y="455720"/>
            <a:ext cx="5099476" cy="1295400"/>
          </a:xfrm>
        </p:spPr>
        <p:txBody>
          <a:bodyPr anchor="ctr" anchorCtr="0">
            <a:normAutofit/>
          </a:bodyPr>
          <a:lstStyle>
            <a:lvl1pPr algn="l">
              <a:defRPr sz="3200" b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Main Title Slide</a:t>
            </a:r>
          </a:p>
        </p:txBody>
      </p:sp>
    </p:spTree>
    <p:extLst>
      <p:ext uri="{BB962C8B-B14F-4D97-AF65-F5344CB8AC3E}">
        <p14:creationId xmlns:p14="http://schemas.microsoft.com/office/powerpoint/2010/main" val="289645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F73BBE-3E2C-4526-8C68-5ACFC07A0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5" y="0"/>
            <a:ext cx="12190806" cy="685799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3BFAD70-9553-4ED2-A9FE-9DB649866B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638" y="455720"/>
            <a:ext cx="5099476" cy="1295400"/>
          </a:xfrm>
        </p:spPr>
        <p:txBody>
          <a:bodyPr anchor="ctr" anchorCtr="0">
            <a:normAutofit/>
          </a:bodyPr>
          <a:lstStyle>
            <a:lvl1pPr algn="l">
              <a:defRPr sz="3200" b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Main Title Slide</a:t>
            </a:r>
          </a:p>
        </p:txBody>
      </p:sp>
    </p:spTree>
    <p:extLst>
      <p:ext uri="{BB962C8B-B14F-4D97-AF65-F5344CB8AC3E}">
        <p14:creationId xmlns:p14="http://schemas.microsoft.com/office/powerpoint/2010/main" val="194833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F73BBE-3E2C-4526-8C68-5ACFC07A0AB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5" y="0"/>
            <a:ext cx="12190807" cy="685799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0D8F466-3F4F-42A3-96BE-369B7CDF54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637" y="455720"/>
            <a:ext cx="7052563" cy="1295400"/>
          </a:xfrm>
        </p:spPr>
        <p:txBody>
          <a:bodyPr anchor="ctr" anchorCtr="0">
            <a:normAutofit/>
          </a:bodyPr>
          <a:lstStyle>
            <a:lvl1pPr algn="l">
              <a:defRPr sz="3200" b="1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Main Title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94A0CF-4380-21C8-9BB1-69BB9103D5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1938" y="2011363"/>
            <a:ext cx="7053262" cy="3175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78334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606ABE-F4CF-4DBD-B210-ADEBAF599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5" y="0"/>
            <a:ext cx="12190807" cy="685799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3565BFD-9175-4207-BB41-12115C32A5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7145" y="337348"/>
            <a:ext cx="5616608" cy="1043287"/>
          </a:xfrm>
        </p:spPr>
        <p:txBody>
          <a:bodyPr anchor="ctr" anchorCtr="0">
            <a:normAutofit/>
          </a:bodyPr>
          <a:lstStyle>
            <a:lvl1pPr algn="l">
              <a:defRPr sz="2800" b="1">
                <a:solidFill>
                  <a:schemeClr val="bg1"/>
                </a:solidFill>
                <a:latin typeface="+mn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Main 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84904-36D1-582F-EA83-2690B60D6C3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6375" y="1571625"/>
            <a:ext cx="11739563" cy="4297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317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249FD1-F495-4A72-AAA6-8ACE198EC1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812"/>
          <a:stretch/>
        </p:blipFill>
        <p:spPr>
          <a:xfrm>
            <a:off x="594" y="1"/>
            <a:ext cx="12191406" cy="73953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1A522-9E72-5867-8361-D9DA27CEBF1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7987" y="963613"/>
            <a:ext cx="11213205" cy="56283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75D9E9-5683-A00F-8EED-13695569C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92" y="128378"/>
            <a:ext cx="10515600" cy="507077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117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DE394E-F4FB-4FAE-94C5-A91E52E11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C6B69-E7EF-45D7-B6A4-4290C68C3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85887-B546-466C-AADE-82A60E113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5F4E8-966A-4109-8BE1-C24CED969746}" type="datetimeFigureOut">
              <a:rPr lang="en-GB" smtClean="0"/>
              <a:t>15/12/2023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33E8A-F32C-4A9D-AD4B-40E77EEF2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2F94-0561-4A6A-90D1-7EC25B50D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C71DD-DBBD-446A-B2BC-3701CD71E5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0580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255FB1-83F4-FC1F-ACA7-7CB4D3E9B3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Open Sans Light"/>
                <a:ea typeface="Open Sans Light"/>
                <a:cs typeface="Open Sans Light"/>
              </a:rPr>
              <a:t>MySQL  Assignment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8280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493A-6568-9131-9A6D-DA4280966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 and execute SQL Script from files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A5B02-0367-7FA2-A296-31E72C8E6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66" y="2813271"/>
            <a:ext cx="5136012" cy="1628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8B220B-BBC9-4E4F-3009-5EE6E440DA78}"/>
              </a:ext>
            </a:extLst>
          </p:cNvPr>
          <p:cNvSpPr txBox="1"/>
          <p:nvPr/>
        </p:nvSpPr>
        <p:spPr>
          <a:xfrm>
            <a:off x="401934" y="1225899"/>
            <a:ext cx="100483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Download and import create-databases SQL script into MySQL Workbench.</a:t>
            </a:r>
          </a:p>
          <a:p>
            <a:r>
              <a:rPr lang="en-GB" sz="2800" dirty="0"/>
              <a:t>Run the script and create databases.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F25804-287C-B45B-192F-33C9FAFBD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516" y="3179705"/>
            <a:ext cx="6278481" cy="354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99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D493A-6568-9131-9A6D-DA4280966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Query 1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5BC9FB-F68B-E438-7D10-E60AE9F10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66" y="822423"/>
            <a:ext cx="6924675" cy="5791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40B6FB-D31E-0F8D-A552-2346B7401208}"/>
              </a:ext>
            </a:extLst>
          </p:cNvPr>
          <p:cNvSpPr txBox="1"/>
          <p:nvPr/>
        </p:nvSpPr>
        <p:spPr>
          <a:xfrm>
            <a:off x="8236533" y="1469204"/>
            <a:ext cx="3955570" cy="147732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dirty="0"/>
              <a:t>Input the following into the file Query 1 </a:t>
            </a:r>
          </a:p>
          <a:p>
            <a:endParaRPr lang="en-GB" dirty="0"/>
          </a:p>
          <a:p>
            <a:r>
              <a:rPr lang="en-GB" dirty="0">
                <a:solidFill>
                  <a:srgbClr val="FF0000"/>
                </a:solidFill>
              </a:rPr>
              <a:t>USE</a:t>
            </a:r>
            <a:r>
              <a:rPr lang="en-GB" dirty="0"/>
              <a:t> </a:t>
            </a:r>
            <a:r>
              <a:rPr lang="en-GB" dirty="0" err="1"/>
              <a:t>sql_store</a:t>
            </a:r>
            <a:r>
              <a:rPr lang="en-GB" dirty="0"/>
              <a:t>;</a:t>
            </a:r>
          </a:p>
          <a:p>
            <a:r>
              <a:rPr lang="en-GB" dirty="0">
                <a:solidFill>
                  <a:srgbClr val="FF0000"/>
                </a:solidFill>
              </a:rPr>
              <a:t>SELECT</a:t>
            </a:r>
            <a:r>
              <a:rPr lang="en-GB" dirty="0"/>
              <a:t> *</a:t>
            </a:r>
          </a:p>
          <a:p>
            <a:r>
              <a:rPr lang="en-GB" dirty="0">
                <a:solidFill>
                  <a:srgbClr val="FF0000"/>
                </a:solidFill>
              </a:rPr>
              <a:t>FROM</a:t>
            </a:r>
            <a:r>
              <a:rPr lang="en-GB" dirty="0"/>
              <a:t> customers;</a:t>
            </a:r>
          </a:p>
        </p:txBody>
      </p:sp>
    </p:spTree>
    <p:extLst>
      <p:ext uri="{BB962C8B-B14F-4D97-AF65-F5344CB8AC3E}">
        <p14:creationId xmlns:p14="http://schemas.microsoft.com/office/powerpoint/2010/main" val="2982557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98BE5C0-D025-BF74-0EE2-92A186A5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Query 1 Continued…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AC5BF-0B18-2237-D71E-03ACC8485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810318"/>
            <a:ext cx="6896100" cy="5781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BFD416-DE9F-8CB9-04E6-362A498F9738}"/>
              </a:ext>
            </a:extLst>
          </p:cNvPr>
          <p:cNvSpPr txBox="1"/>
          <p:nvPr/>
        </p:nvSpPr>
        <p:spPr>
          <a:xfrm>
            <a:off x="8137132" y="1397675"/>
            <a:ext cx="3832139" cy="120032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dirty="0"/>
              <a:t>Add the following into the file Query 1 </a:t>
            </a:r>
          </a:p>
          <a:p>
            <a:endParaRPr lang="en-GB" dirty="0"/>
          </a:p>
          <a:p>
            <a:r>
              <a:rPr lang="en-GB" dirty="0">
                <a:solidFill>
                  <a:srgbClr val="FF0000"/>
                </a:solidFill>
              </a:rPr>
              <a:t>-- WHERE CUSTOMER_ID=1</a:t>
            </a:r>
          </a:p>
          <a:p>
            <a:r>
              <a:rPr lang="en-GB" dirty="0">
                <a:solidFill>
                  <a:srgbClr val="FF0000"/>
                </a:solidFill>
              </a:rPr>
              <a:t>order by </a:t>
            </a:r>
            <a:r>
              <a:rPr lang="en-GB" dirty="0" err="1"/>
              <a:t>first_name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3991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13AB41-94C1-9194-7442-849F28617B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77483" y="963613"/>
            <a:ext cx="6843709" cy="1604926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SELECT</a:t>
            </a:r>
            <a:r>
              <a:rPr lang="en-GB" dirty="0"/>
              <a:t> </a:t>
            </a:r>
            <a:r>
              <a:rPr lang="en-GB" dirty="0" err="1"/>
              <a:t>last_name</a:t>
            </a:r>
            <a:r>
              <a:rPr lang="en-GB" dirty="0"/>
              <a:t>, </a:t>
            </a:r>
            <a:r>
              <a:rPr lang="en-GB" dirty="0" err="1"/>
              <a:t>first_name</a:t>
            </a:r>
            <a:r>
              <a:rPr lang="en-GB" dirty="0"/>
              <a:t>, points, points + </a:t>
            </a:r>
            <a:r>
              <a:rPr lang="en-GB" dirty="0">
                <a:solidFill>
                  <a:srgbClr val="FF0000"/>
                </a:solidFill>
              </a:rPr>
              <a:t>10 </a:t>
            </a:r>
          </a:p>
          <a:p>
            <a:r>
              <a:rPr lang="en-GB" dirty="0">
                <a:solidFill>
                  <a:srgbClr val="FF0000"/>
                </a:solidFill>
              </a:rPr>
              <a:t>FROM</a:t>
            </a:r>
            <a:r>
              <a:rPr lang="en-GB" dirty="0"/>
              <a:t> CUSTOMERS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2671E2-9E4C-22F6-38F2-81AD417E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Query 2 SELECT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79295-BC93-74CE-A26A-C45AD65DF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35" y="1064498"/>
            <a:ext cx="3990975" cy="1400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9FA331-D61D-6E5C-C268-D1461C327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035" y="2568539"/>
            <a:ext cx="7967017" cy="378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522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AEF164-F4F9-74B3-10AB-08F8919F525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Using the Query 2 you created change the points to reads times by 10 and plus 100. Record your results in your word document </a:t>
            </a:r>
          </a:p>
          <a:p>
            <a:endParaRPr lang="en-GB" dirty="0"/>
          </a:p>
          <a:p>
            <a:r>
              <a:rPr lang="en-GB" dirty="0"/>
              <a:t>Change the Query 2 code to create a discount factor so the table now shows a discount header and changing the (point + 10) *100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6A4515-558E-692C-E218-B1D59EA66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11EF8-012E-F6A2-99D6-BACF3BACD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18" y="3428999"/>
            <a:ext cx="5003300" cy="30192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9EF1A1-3189-3D79-C271-68B02EC8C533}"/>
              </a:ext>
            </a:extLst>
          </p:cNvPr>
          <p:cNvSpPr txBox="1"/>
          <p:nvPr/>
        </p:nvSpPr>
        <p:spPr>
          <a:xfrm>
            <a:off x="6917332" y="5709721"/>
            <a:ext cx="4300344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Record your results in your word document </a:t>
            </a:r>
          </a:p>
        </p:txBody>
      </p:sp>
    </p:spTree>
    <p:extLst>
      <p:ext uri="{BB962C8B-B14F-4D97-AF65-F5344CB8AC3E}">
        <p14:creationId xmlns:p14="http://schemas.microsoft.com/office/powerpoint/2010/main" val="4030858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01F1CC-07D8-FE4B-0F45-0E775A8C78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Write a SQL query to return all the products in our database in the result set. I want you to show </a:t>
            </a:r>
            <a:r>
              <a:rPr lang="en-GB"/>
              <a:t>columns; name</a:t>
            </a:r>
            <a:r>
              <a:rPr lang="en-GB" dirty="0"/>
              <a:t>, unit price, and new column called new price which is based on this expression, (unit price * 1.1 ).</a:t>
            </a:r>
          </a:p>
          <a:p>
            <a:pPr marL="0" indent="0">
              <a:buNone/>
            </a:pPr>
            <a:r>
              <a:rPr lang="en-GB" dirty="0"/>
              <a:t>   So what you are doing is increasing the product price of each by 10%. </a:t>
            </a:r>
          </a:p>
          <a:p>
            <a:pPr marL="0" indent="0">
              <a:buNone/>
            </a:pPr>
            <a:r>
              <a:rPr lang="en-GB" dirty="0"/>
              <a:t>   So with the query we want all the products the original price and the new  price. 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BC4A56-CB45-0E9C-6640-6C7EB0CCC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8D38A7-D65E-1430-D491-86D909C35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883" y="5894387"/>
            <a:ext cx="4365114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49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35B9EC-5EDD-E898-1A69-9B4B2F4C7BE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In this task create a new query to find all the customers with a birth date of &gt; '1990-01-01'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221547-8CD1-3B3C-0B54-396E2CA68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3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2E657-F0D5-3C92-AECF-D4CBEA107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899" y="5788678"/>
            <a:ext cx="4365114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89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35B9EC-5EDD-E898-1A69-9B4B2F4C7BE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Select </a:t>
            </a:r>
            <a:r>
              <a:rPr lang="en-GB" dirty="0" err="1"/>
              <a:t>sql_inventory</a:t>
            </a:r>
            <a:r>
              <a:rPr lang="en-GB" dirty="0"/>
              <a:t>.</a:t>
            </a:r>
          </a:p>
          <a:p>
            <a:r>
              <a:rPr lang="en-GB" dirty="0"/>
              <a:t>Write a query to find out the name of the product with most amount in stock.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221547-8CD1-3B3C-0B54-396E2CA68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2E657-F0D5-3C92-AECF-D4CBEA107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899" y="5788678"/>
            <a:ext cx="4365114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84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35B9EC-5EDD-E898-1A69-9B4B2F4C7BE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Select </a:t>
            </a:r>
            <a:r>
              <a:rPr lang="en-GB" dirty="0" err="1"/>
              <a:t>sql_inventory</a:t>
            </a:r>
            <a:r>
              <a:rPr lang="en-GB" dirty="0"/>
              <a:t>.</a:t>
            </a:r>
          </a:p>
          <a:p>
            <a:r>
              <a:rPr lang="en-GB" dirty="0"/>
              <a:t>Write a query to find out the name of the most expensive product.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221547-8CD1-3B3C-0B54-396E2CA68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2E657-F0D5-3C92-AECF-D4CBEA107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899" y="5788678"/>
            <a:ext cx="4365114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014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35B9EC-5EDD-E898-1A69-9B4B2F4C7BE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Select </a:t>
            </a:r>
            <a:r>
              <a:rPr lang="en-GB" dirty="0" err="1"/>
              <a:t>sql_store</a:t>
            </a:r>
            <a:r>
              <a:rPr lang="en-GB" dirty="0"/>
              <a:t>.</a:t>
            </a:r>
          </a:p>
          <a:p>
            <a:r>
              <a:rPr lang="en-GB" dirty="0"/>
              <a:t>Write a query to find out the first name, last name, address and the birthdate of the oldest customer.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221547-8CD1-3B3C-0B54-396E2CA68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2E657-F0D5-3C92-AECF-D4CBEA107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899" y="5788678"/>
            <a:ext cx="4365114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237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1D15-775B-F73D-8CE2-999A1677DF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Creating an </a:t>
            </a:r>
            <a:r>
              <a:rPr lang="en-GB" dirty="0" err="1"/>
              <a:t>EER</a:t>
            </a:r>
            <a:r>
              <a:rPr lang="en-GB" dirty="0"/>
              <a:t> Diagram </a:t>
            </a:r>
          </a:p>
        </p:txBody>
      </p:sp>
    </p:spTree>
    <p:extLst>
      <p:ext uri="{BB962C8B-B14F-4D97-AF65-F5344CB8AC3E}">
        <p14:creationId xmlns:p14="http://schemas.microsoft.com/office/powerpoint/2010/main" val="1054632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9F369-B9DD-9BB2-D946-55F6EC557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05716-4168-94EA-9198-EC9079034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63A90-273A-7D93-2238-006940121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33" y="304293"/>
            <a:ext cx="6556946" cy="369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298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E77931-381A-DC79-7F00-93D3AE768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104775"/>
            <a:ext cx="8524875" cy="6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71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2665A2-F358-EC42-E715-D0B0DB634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137" y="138112"/>
            <a:ext cx="8467725" cy="658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84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065C6DA-29A4-DBEB-7A08-5B02A7138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78" y="111069"/>
            <a:ext cx="7829336" cy="46520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3AE9EC-E930-C667-6899-0F5CB1B42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872" y="4151937"/>
            <a:ext cx="635317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781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2675F1-2BD3-51B3-2A05-83BCD473B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237" y="109537"/>
            <a:ext cx="8391525" cy="66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842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CF6265-BA69-CEF4-3B53-25F47326CBB9}"/>
              </a:ext>
            </a:extLst>
          </p:cNvPr>
          <p:cNvSpPr txBox="1"/>
          <p:nvPr/>
        </p:nvSpPr>
        <p:spPr>
          <a:xfrm>
            <a:off x="108863" y="1287379"/>
            <a:ext cx="2369642" cy="437112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lnSpcReduction="10000"/>
          </a:bodyPr>
          <a:lstStyle/>
          <a:p>
            <a:pPr marL="1143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Your EER Diagram should look like this.</a:t>
            </a:r>
            <a:endParaRPr lang="en-US" sz="2000" dirty="0">
              <a:cs typeface="Calibri"/>
            </a:endParaRPr>
          </a:p>
          <a:p>
            <a:pPr marL="1143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Rearrange you EER data to fit on one page</a:t>
            </a:r>
          </a:p>
          <a:p>
            <a:pPr marL="1143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cs typeface="Calibri"/>
              </a:rPr>
              <a:t>Save the screenshot of EER diagram in your word document</a:t>
            </a:r>
          </a:p>
          <a:p>
            <a:pPr marL="1143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cs typeface="Calibri"/>
              </a:rPr>
              <a:t>Write about the relationship between tables. Primary and Foreign keys.  (Few words about tables)</a:t>
            </a:r>
          </a:p>
        </p:txBody>
      </p:sp>
      <p:pic>
        <p:nvPicPr>
          <p:cNvPr id="2" name="Picture 2" descr="Diagram&#10;&#10;Description automatically generated">
            <a:extLst>
              <a:ext uri="{FF2B5EF4-FFF2-40B4-BE49-F238E27FC236}">
                <a16:creationId xmlns:a16="http://schemas.microsoft.com/office/drawing/2014/main" id="{92FA431A-17DA-2FE7-F0EE-6F0820F8C1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119" b="7063"/>
          <a:stretch/>
        </p:blipFill>
        <p:spPr>
          <a:xfrm>
            <a:off x="2652350" y="961815"/>
            <a:ext cx="9461246" cy="589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96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8C09C8-CFB9-4704-2FF7-42FAF1946BEA}"/>
              </a:ext>
            </a:extLst>
          </p:cNvPr>
          <p:cNvSpPr txBox="1"/>
          <p:nvPr/>
        </p:nvSpPr>
        <p:spPr>
          <a:xfrm>
            <a:off x="187569" y="1336431"/>
            <a:ext cx="89329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Please submit the files and assignments on Teams Assignment page – Click on Hand IN when you are happy </a:t>
            </a:r>
            <a:r>
              <a:rPr lang="en-GB" sz="3200"/>
              <a:t>to submit.</a:t>
            </a:r>
            <a:endParaRPr lang="en-GB" sz="3200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FA3AE6DC-F965-BA0E-A094-DA07A093D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92" y="128378"/>
            <a:ext cx="10515600" cy="507077"/>
          </a:xfrm>
        </p:spPr>
        <p:txBody>
          <a:bodyPr/>
          <a:lstStyle/>
          <a:p>
            <a:r>
              <a:rPr lang="en-GB" dirty="0"/>
              <a:t>Submit your assignment</a:t>
            </a:r>
          </a:p>
        </p:txBody>
      </p:sp>
    </p:spTree>
    <p:extLst>
      <p:ext uri="{BB962C8B-B14F-4D97-AF65-F5344CB8AC3E}">
        <p14:creationId xmlns:p14="http://schemas.microsoft.com/office/powerpoint/2010/main" val="3951015240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Widescreen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28DA7F75C643429DCEF30519911339" ma:contentTypeVersion="5" ma:contentTypeDescription="Create a new document." ma:contentTypeScope="" ma:versionID="91c2918638d80a7d1d283372c80c1955">
  <xsd:schema xmlns:xsd="http://www.w3.org/2001/XMLSchema" xmlns:xs="http://www.w3.org/2001/XMLSchema" xmlns:p="http://schemas.microsoft.com/office/2006/metadata/properties" xmlns:ns2="82c96f34-7b18-4f8d-996c-8cea797017b8" targetNamespace="http://schemas.microsoft.com/office/2006/metadata/properties" ma:root="true" ma:fieldsID="9b2a895517bf05dafbca8b501d9ed1a3" ns2:_="">
    <xsd:import namespace="82c96f34-7b18-4f8d-996c-8cea797017b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c96f34-7b18-4f8d-996c-8cea797017b8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2c96f34-7b18-4f8d-996c-8cea797017b8" xsi:nil="true"/>
  </documentManagement>
</p:properties>
</file>

<file path=customXml/itemProps1.xml><?xml version="1.0" encoding="utf-8"?>
<ds:datastoreItem xmlns:ds="http://schemas.openxmlformats.org/officeDocument/2006/customXml" ds:itemID="{1A2B92A8-AB36-451F-A01B-3B813EE8F0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493DDF-7593-4E51-B21B-E8EDFA713C9A}"/>
</file>

<file path=customXml/itemProps3.xml><?xml version="1.0" encoding="utf-8"?>
<ds:datastoreItem xmlns:ds="http://schemas.openxmlformats.org/officeDocument/2006/customXml" ds:itemID="{5B6FDA5A-8EB4-4A4F-8E56-04D71964E88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10515296-1bd5-401a-b8a4-ea4dde82f896"/>
    <ds:schemaRef ds:uri="d0cd20b0-df63-44e8-932f-fba08f23ea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Widescreen template V2</Template>
  <TotalTime>2</TotalTime>
  <Words>447</Words>
  <Application>Microsoft Office PowerPoint</Application>
  <PresentationFormat>Widescreen</PresentationFormat>
  <Paragraphs>57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Open Sans Light</vt:lpstr>
      <vt:lpstr>Wingdings</vt:lpstr>
      <vt:lpstr>Template Widescreen template</vt:lpstr>
      <vt:lpstr>MySQL  Assignment</vt:lpstr>
      <vt:lpstr>Import and execute SQL Script from files</vt:lpstr>
      <vt:lpstr>Query 1</vt:lpstr>
      <vt:lpstr>Query 1 Continued…</vt:lpstr>
      <vt:lpstr>Query 2 SELECT </vt:lpstr>
      <vt:lpstr>Task 1</vt:lpstr>
      <vt:lpstr>Task 2</vt:lpstr>
      <vt:lpstr>Task 3 </vt:lpstr>
      <vt:lpstr>Task 4</vt:lpstr>
      <vt:lpstr>Task 5</vt:lpstr>
      <vt:lpstr>Task 6</vt:lpstr>
      <vt:lpstr>Creating an EER Diagram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Submit your 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Amanda Weaver</dc:creator>
  <cp:lastModifiedBy>Ali Kanji</cp:lastModifiedBy>
  <cp:revision>87</cp:revision>
  <dcterms:created xsi:type="dcterms:W3CDTF">2022-11-14T22:06:52Z</dcterms:created>
  <dcterms:modified xsi:type="dcterms:W3CDTF">2023-12-15T10:26:29Z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0x010100D128DA7F75C643429DCEF30519911339</vt:lpwstr>
  </property>
  <property fmtid="{D5CDD505-2E9C-101B-9397-08002B2CF9AE}" pid="3" name="MediaServiceImageTags">
    <vt:lpwstr/>
  </property>
  <property fmtid="{D5CDD505-2E9C-101B-9397-08002B2CF9AE}" pid="4" name="Order">
    <vt:r8>4300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